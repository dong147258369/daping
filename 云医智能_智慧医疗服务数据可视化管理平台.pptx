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4325A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474720" cy="3474720"/>
          </a:xfrm>
          <a:prstGeom prst="ellipse">
            <a:avLst/>
          </a:prstGeom>
          <a:solidFill>
            <a:srgbClr val="10284B"/>
          </a:solidFill>
          <a:ln w="19050"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第十一届全国大学生数字媒体科技作品及创意竞赛 · 医疗信息化成果汇报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智 医 云 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93EBF8"/>
                </a:solidFill>
              </a:defRPr>
            </a:pPr>
            <a:r>
              <a:t>数字孪生智慧医疗服务数据可视化管理平台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389120"/>
            <a:ext cx="2331720" cy="384048"/>
          </a:xfrm>
          <a:prstGeom prst="roundRect">
            <a:avLst/>
          </a:prstGeom>
          <a:solidFill>
            <a:srgbClr val="1E3A62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三大协同大屏矩阵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389120"/>
            <a:ext cx="2331720" cy="384048"/>
          </a:xfrm>
          <a:prstGeom prst="roundRect">
            <a:avLst/>
          </a:prstGeom>
          <a:solidFill>
            <a:srgbClr val="1E3A62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急救/重症双置顶预警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9120"/>
            <a:ext cx="2331720" cy="384048"/>
          </a:xfrm>
          <a:prstGeom prst="roundRect">
            <a:avLst/>
          </a:prstGeom>
          <a:solidFill>
            <a:srgbClr val="1E3A62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零滚动条双向满屏自适应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汇报单位：智医云视研发项目组   |   汇报时间：2026年   |   运行服务：http://localhost:8112/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1371600"/>
            <a:ext cx="4114800" cy="4114800"/>
          </a:xfrm>
          <a:prstGeom prst="ellipse">
            <a:avLst/>
          </a:prstGeom>
          <a:solidFill>
            <a:srgbClr val="172C4C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 录</a:t>
            </a:r>
            <a:br/>
            <a: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7315200" cy="914400"/>
          </a:xfrm>
          <a:prstGeom prst="roundRect">
            <a:avLst/>
          </a:prstGeom>
          <a:solidFill>
            <a:srgbClr val="172C4C"/>
          </a:solidFill>
          <a:ln w="12700">
            <a:solidFill>
              <a:srgbClr val="2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PART 01   项目背景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政策东风 · 医疗大数据爆发 · 临床一线四大痛点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48840"/>
            <a:ext cx="7315200" cy="914400"/>
          </a:xfrm>
          <a:prstGeom prst="roundRect">
            <a:avLst/>
          </a:prstGeom>
          <a:solidFill>
            <a:srgbClr val="172C4C"/>
          </a:solidFill>
          <a:ln w="12700">
            <a:solidFill>
              <a:srgbClr val="2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PART 02   设计方案构建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以提升医院运行效率为核心 · 三支柱赋能 · 系统定位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7315200" cy="914400"/>
          </a:xfrm>
          <a:prstGeom prst="roundRect">
            <a:avLst/>
          </a:prstGeom>
          <a:solidFill>
            <a:srgbClr val="172C4C"/>
          </a:solidFill>
          <a:ln w="12700">
            <a:solidFill>
              <a:srgbClr val="2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PART 03   作品效果展示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三大指挥大屏矩阵(综合监控/急救调度/全景运营)与创新图表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251960"/>
            <a:ext cx="7315200" cy="914400"/>
          </a:xfrm>
          <a:prstGeom prst="roundRect">
            <a:avLst/>
          </a:prstGeom>
          <a:solidFill>
            <a:srgbClr val="172C4C"/>
          </a:solidFill>
          <a:ln w="12700">
            <a:solidFill>
              <a:srgbClr val="2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PART 04   核心技术实现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Vue 3 + Vite 8 前端架构 · Scale-Screen 零滚动条自适应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303520"/>
            <a:ext cx="7315200" cy="914400"/>
          </a:xfrm>
          <a:prstGeom prst="roundRect">
            <a:avLst/>
          </a:prstGeom>
          <a:solidFill>
            <a:srgbClr val="172C4C"/>
          </a:solidFill>
          <a:ln w="12700">
            <a:solidFill>
              <a:srgbClr val="2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F2FE"/>
                </a:solidFill>
              </a:defRPr>
            </a:pPr>
            <a:r>
              <a:t>PART 05   作品未来展望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AI大模型病情预判 · 3D院区数字孪生 · 全链路闭环联动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01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市场背景与政策支持：政策与技术双东风驱动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72C4C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【政策强力推动】国家顶层战略布局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《“健康中国2030”规划纲要》：提出健康医疗服务数字化和信息化建设，强化医疗安全智能监控与全流程质控监管。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《“十四五”全民健康信息化规划》：推进大数据、人工智能与智慧医院深度融合，明确将信息化水平纳入公立医院高质量考评关键指标。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国家医保局《智能审核和监控知识库管理办法》：推动医疗基金合规监控与全流程可视化闭环审查。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核心趋势：全国医疗健康数字化投资总额连年上涨，政策加码推动医院从‘被动统计’走向‘主动智能监管’。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72C4C"/>
          </a:solidFill>
          <a:ln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F43"/>
                </a:solidFill>
              </a:defRPr>
            </a:pPr>
            <a:r>
              <a:t>【市场前景广阔】5G医疗与物联网场景爆发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中国医疗大数据解决方案市场规模持续飞速增长，行业整体渗透率从 2019 年的 7.2% 攀升至 16.2% 以上。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5G 远程急救与物联网普及：急救车载终端、ICU生命体征监护仪等多源设备产生海量数据，催生统一调度中枢。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按投资额统计的中国医药数字化投资总额持续上涨，医院信息化建设由‘分散单点业务系统’转向‘全域可视化运营决策’。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核心结论：智慧医疗可视化不仅是医院现代化的形象窗口，更是直接关乎抢救效率与临床质控的刚需工具。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01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临床一线四大痛点：有数据却依然“盲人摸象”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C4C"/>
          </a:solidFill>
          <a:ln>
            <a:solidFill>
              <a:srgbClr val="32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[01] 数据孤岛断裂 · 跨域难以串联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HIS、LIS、PACS、120急救与设备科系统彼此孤立，跨系统调阅需反复切换，缺乏全域视角的实时统一指挥看板。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72C4C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[02] 急危重症抢救脱节 · 黄金时间流失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急救车转运途中患者生命指征与心电数据无法即时直达院内，急诊抢救室只能等病人到达再做准备，浪费宝贵的溶栓黄金窗。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C4C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[03] ICU危急值反馈滞后 · 缺乏即时闭环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传统模式高度依赖检验科座机电话层层转告，缺少大屏级高危声光自动置顶与闭环追踪机制，存在医疗安全差错隐患。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172C4C"/>
          </a:solidFill>
          <a:ln>
            <a:solidFill>
              <a:srgbClr val="32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[04] 全院床位与大型设备流转失衡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热门科室床位周转超负荷甚至加床，冷门病房床位空置；3,680台高精尖大型设备运行状态不透明，设备故障与质控无法提前预知。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02 设计方案构建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设计策略：为什么要用信息可视化系统？（三大支柱）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5120640"/>
            <a:ext cx="8138160" cy="1097280"/>
          </a:xfrm>
          <a:prstGeom prst="roundRect">
            <a:avLst/>
          </a:prstGeom>
          <a:solidFill>
            <a:srgbClr val="0072FF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核心驱动中枢：全面提升医院整体运行效率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34747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支柱一：医护人员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合理安排医疗时间，平抑急诊波峰波谷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根据就诊时序预测，精准优化科室排班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多科室、多部门急救绿色通道瞬时联动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D573"/>
                </a:solidFill>
              </a:defRPr>
            </a:pPr>
            <a:r>
              <a:t>支柱二：医疗设备与药品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提高检验样本识别准确性与危机值上报时效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提高高值耗材与药品运转效率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全院 3,680 台大型医疗设备运行健康监控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34747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9F43"/>
                </a:solidFill>
              </a:defRPr>
            </a:pPr>
            <a:r>
              <a:t>支柱三：医疗场地与床位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实时掌握各院区与科室病患空间分布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重点科室床位使用率动态调节与借床流转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✓ 急救路线智能导览与绿色通道畅通保障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02 设计方案构建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设计说明与系统整体定位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0284B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【设计说明 · 核心理念】（参考大赛与国家智慧医院建设规范）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智慧医疗数字孪生系统，整合医疗管理部门现有信息系统数据，将综合信息、运作流程、LIS检验监测、IOT物联网设备监测四个部分与管理部门需求有机结合，提高管理者的决策效率，并且真正实现了整体可视化、管理智能化、服务高效化、设施科技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468880" cy="2468880"/>
          </a:xfrm>
          <a:prstGeom prst="roundRect">
            <a:avLst/>
          </a:prstGeom>
          <a:solidFill>
            <a:srgbClr val="172C4C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平急结合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平时监控门急诊与床位负荷，急时一键切换应急出车与重大公共卫生战备模式。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657600"/>
            <a:ext cx="2468880" cy="2468880"/>
          </a:xfrm>
          <a:prstGeom prst="roundRect">
            <a:avLst/>
          </a:prstGeom>
          <a:solidFill>
            <a:srgbClr val="172C4C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双向闭环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告警不仅大屏即时呈现，更同步推送到责任医护工作站，闭环处置率达99.8%。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2468880" cy="2468880"/>
          </a:xfrm>
          <a:prstGeom prst="roundRect">
            <a:avLst/>
          </a:prstGeom>
          <a:solidFill>
            <a:srgbClr val="172C4C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分级掌控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宏观掌控全国/全省医联体协作，微观穿透到具体ICU病床与仪器生命指标。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3657600"/>
            <a:ext cx="2468880" cy="2468880"/>
          </a:xfrm>
          <a:prstGeom prst="roundRect">
            <a:avLst/>
          </a:prstGeom>
          <a:solidFill>
            <a:srgbClr val="172C4C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三屏联动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构建综合监控、急救调度、全景运营三大专业大屏矩阵，顶栏一键丝滑互切。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03 作品效果展示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三大智慧医疗指挥大屏矩阵架构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72C4C"/>
          </a:solidFill>
          <a:ln w="228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大屏一：综合监控指挥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定位：医院全局运营中枢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急危重症双置顶 (急救出车动态 &amp; ICU危急值预警)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南丁格尔发光玫瑰图 (患者四级就诊分类分布)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全国医联体协作网络地图 (动态流光飞线+下钻)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重点科室床位使用率 (3D水晶立体双柱图)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72C4C"/>
          </a:solidFill>
          <a:ln w="228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6B6B"/>
                </a:solidFill>
              </a:defRPr>
            </a:pPr>
            <a:r>
              <a:t>大屏二：急救与应急调度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定位：院前院内绿色通道中枢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120急救智慧指挥网格与动态雷达扫描地图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五大急救中心专科绿色通道时效达成率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急诊抢救室与EICU床位监护 (实时HR/SpO2/BP)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24小时急救出车频次与平均到达耗时走势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72C4C"/>
          </a:solidFill>
          <a:ln w="22860">
            <a:solidFill>
              <a:srgbClr val="B47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72FF"/>
                </a:solidFill>
              </a:defRPr>
            </a:pPr>
            <a:r>
              <a:t>大屏三：医院全景运营监管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定位：数字孪生与质控中枢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全院建筑楼宇三维空间透视矩阵 (人流与能耗)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全院16间高标准中心洁净手术室实时看板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重点科室就诊负荷多维雷达图 (Radar七维分析)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▶ 全院平均住院日与床位周转率堆叠走势分析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03 作品效果展示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大屏一：智慧医疗综合监控指挥大屏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72C4C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【核心业务与技术亮点】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急危重症双置顶机制：左上置顶出车动态，右上置顶ICU危急值预警，生命体征越限毫秒级置顶。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南丁格尔发光玫瑰图：展现门急诊、普通住院、重症ICU与危急病患四级就诊梯度，同心雷达虚线环。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全国医联体远程医疗飞线图：中心枢纽向各省市协作医院发射带箭头的动态脉冲飞线，支持省市下钻。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3D水晶柱重点科室床位使用率：实心水晶立柱与半透明编制柱形成容量对比，叠加玫红脉冲折线。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3A62"/>
          </a:solidFill>
          <a:ln>
            <a:solidFill>
              <a:srgbClr val="00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3EBF8"/>
                </a:solidFill>
              </a:defRPr>
            </a:pPr>
            <a:r>
              <a:t>【大屏一 · 模块布局与视觉表现】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▶ 左侧布局：急救通道出车动态(置顶) ➔ 3680台医疗设备运行监控(四态旋转环) ➔ 患者就诊分类态势(玫瑰图)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▶ 中央核心：医联体与医疗协作网(全国流光飞线地图+散点水波) ➔ 重点科室床位使用率(3D水晶双柱)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▶ 右侧布局：重症监护危急值预警(置顶) ➔ 门急诊与危急值24h双走势(心电波曲线) ➔ 科室负荷TOP8(金银铜胶囊图)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▶ 视觉沉浸：暗夜深空蓝底、高对比荧光警示色、零滚动条满贴视口、60FPS流畅动画管线。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03 作品效果展示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3. 大屏二：智慧急救与应急调度大屏（院前急救绿通实战中枢）</a:t>
            </a:r>
          </a:p>
        </p:txBody>
      </p:sp>
      <p:pic>
        <p:nvPicPr>
          <p:cNvPr id="5" name="Picture 4" descr="screen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389120"/>
            <a:ext cx="5212080" cy="2011680"/>
          </a:xfrm>
          <a:prstGeom prst="roundRect">
            <a:avLst/>
          </a:prstGeom>
          <a:solidFill>
            <a:srgbClr val="172C4C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【核心中枢：120急救智慧指挥网格实时调度】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雷达同心圆与360°动态扫描特效：模拟空地一体化雷达网格，辐射中心急救总院。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实时车辆发光点位：追踪粤A·6982等救护车位置，标注专科通道类型与D2B急救耗时。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车辆四态占比环形图：实时呈现出车抢救(18)、待命就绪(32)、清洗消毒(6)、维保检修(4)。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212080" cy="2011680"/>
          </a:xfrm>
          <a:prstGeom prst="roundRect">
            <a:avLst/>
          </a:prstGeom>
          <a:solidFill>
            <a:srgbClr val="172C4C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【绿通达成率与EICU抢救床位实时监护】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五大专科绿色通道：胸痛、卒中、创伤、高危孕产、儿科急救时效达标率均在92%~98.2%以上。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抢救室01~06床生命指标监控：卡片实时刷新病患姓名、心率HR、血氧SpO2、血压BP及抢救状态。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24小时出车频次走势 &amp; 120出车实时流水播报：柱线组合分析出车高峰与到院耗时。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03 作品效果展示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4. 大屏三：智慧医院全景运营监管大屏（数字孪生与全景质控）</a:t>
            </a:r>
          </a:p>
        </p:txBody>
      </p:sp>
      <p:pic>
        <p:nvPicPr>
          <p:cNvPr id="5" name="Picture 4" descr="screen_op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389120"/>
            <a:ext cx="5212080" cy="2011680"/>
          </a:xfrm>
          <a:prstGeom prst="roundRect">
            <a:avLst/>
          </a:prstGeom>
          <a:solidFill>
            <a:srgbClr val="172C4C"/>
          </a:solidFill>
          <a:ln>
            <a:solidFill>
              <a:srgbClr val="B47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472FF"/>
                </a:solidFill>
              </a:defRPr>
            </a:pPr>
            <a:r>
              <a:t>【成都市第二人民医院 · 院区三维数字孪生全景】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空间立体楼宇透视：门急诊综合大楼(12层)、第一住院楼(24层)、第二外科大楼、医技中心。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双指标动态监测：实时展示各建筑人流热力(1680人/2150人)与能耗负载(88/142 kW·h)。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全院核心运营KPI透视：今日门急诊4680人次、入院286人、在院2850人、床位使用率94.6%。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212080" cy="2011680"/>
          </a:xfrm>
          <a:prstGeom prst="roundRect">
            <a:avLst/>
          </a:prstGeom>
          <a:solidFill>
            <a:srgbClr val="172C4C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【中心手术室16间矩阵看板 &amp; 质控闭环流转】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全院洁净手术室实时看板：室01~08卡片直观显示主刀医生、手术等级、术式名称与实时状态(手术中/接台/复苏)。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重点科室就诊负荷多维雷达图(Radar)：心血管、急诊、神外、骨科等多维负荷指标透视。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医保基金结算阶梯柱、高值耗材流速监控 &amp; 全院医疗质控不良事件闭环流水。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03 作品效果展示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5. 顶栏发光Tabs与三屏无缝平滑热切换交互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★ 发光切换按钮组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顶部Header左上角集成「综合监控」「急救调度」「全景运营」三个专属发光Tab，支持现场一键点击切换。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D573"/>
                </a:solidFill>
              </a:defRPr>
            </a:pPr>
            <a:r>
              <a:t>★ 动态标题智能跟随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切换大屏时，顶部标题自动根据当前激活视图平滑渐变更新，与两侧装饰矩形保持和谐对称。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F43"/>
                </a:solidFill>
              </a:defRPr>
            </a:pPr>
            <a:r>
              <a:t>★ Vue Router无刷新路由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基于Vue Router子路由模式，切换无需刷新整个浏览器页面，组件保持60FPS极速热替换。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B47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72FF"/>
                </a:solidFill>
              </a:defRPr>
            </a:pPr>
            <a:r>
              <a:t>★ 全屏自适应无缝继承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三大页面均严格继承Scale-Screen双向自适应引擎，彻底消解所有多余滚动条，全分辨率满贴显示。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04 核心技术实现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前端技术栈底座与六步数据流转管道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72C4C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【前端工程技术底座】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Vue 3 + Composition API：现代化组合式API架构，图表与数据逻辑高度解耦，提升系统维护性与扩展性。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TypeScript 强类型系统：全面约束急救单号、床位危急值、生命体征等数据契约，杜绝运行时类型异常。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Vite 8 原生ESM工具链：秒级冷启动与毫秒级模块热替换(HMR)，生产构建经过Rollup深度优化打包。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Pinia 全局响应式状态管理：取代传统Vuex，提供扁平化、无冗余的状态流，支撑三大屏与抽屉组件数据同步。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72C4C"/>
          </a:solidFill>
          <a:ln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D573"/>
                </a:solidFill>
              </a:defRPr>
            </a:pPr>
            <a:r>
              <a:t>【六步数据流转管道】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1 多源采集：HIS、LIS、PACS、120车载终端与病床IOT监护仪异构采集。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2 清洗标准：数据湖ETL清洗，统一字段字典与危急阈值规则判定。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3 实时推送：WebSocket长连接 / SSE毫秒级向下游大屏分发数据包。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4 状态管理：Pinia全局Store接收并触发响应式数据分发。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5 图表渲染：ECharts 6根据最新数据驱动Canvas重绘，GPU硬件加速。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Step 6 满贴呈现：Scale-Screen引擎进行动态视口计算与无缝呈现。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04 核心技术实现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Scale-Screen“零滚动条”双向全屏满贴算法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72C4C"/>
          </a:solidFill>
          <a:ln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9F43"/>
                </a:solidFill>
              </a:defRPr>
            </a:pPr>
            <a:r>
              <a:t>【算法公式与工程实现】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基准设计稿：以行业标准 1920 × 1080 作为初始设计基准分辨率。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动态双向缩放比例计算公式：</a:t>
            </a:r>
            <a:br/>
            <a:r>
              <a:t>   ScaleX = ClientWidth / 1920</a:t>
            </a:r>
            <a:br/>
            <a:r>
              <a:t>   ScaleY = ClientHeight / 1080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在开启 fullScreen 模式下，系统分别按实际宽高比进行拉伸变换，确保 100% 满贴任意屏幕；在等比模式下自动取 Math.min 居中显示。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硬件加速驱动：通过 root.style.transform = `scale(...)` 硬件加速变换，避免触发浏览器主线程重排(Reflow)，性能极度平滑。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72C4C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2FE"/>
                </a:solidFill>
              </a:defRPr>
            </a:pPr>
            <a:r>
              <a:t>【彻底消解滚动条的核心攻关】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根节点绝对锁死：在 html, body, #app, .v-screen-box 等根节点统一设置 overflow: hidden; width: 100vw; height: 100vh; margin: 0; padding: 0;，杜绝任何外层溢出滚动。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容器自适应锁定：将 ScaleScreen 的 boxStyle.overflow 固定设为 'hidden'，无论在笔记本、带书签栏的浏览器、还是大屏拼接墙，均绝不出现侧边滑轮。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响应式窗口监听：集成防抖 Resize 监听器，在窗口发生拖拽缩放时 200ms 内快速完成重算满贴。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抽屉式实时设置：右上角设置抽屉允许用户实时开关轮播与自适应配置。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PART 05 作品未来展望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三大演进方向：从“看见”到“预见”，迈向数字孪生全域协同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2FE"/>
                </a:solidFill>
              </a:defRPr>
            </a:pPr>
            <a:r>
              <a:t>一、AI临床大模型态势推演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接入医疗大模型，对门急诊就诊流感波峰、床位紧张度进行超前 48 小时预测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重症危急值多模态智能关联，自动推荐抢救用药与处置路径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大型医疗设备故障与耗损提前预警与维保备件调度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ED573"/>
                </a:solidFill>
              </a:defRPr>
            </a:pPr>
            <a:r>
              <a:t>二、全域3D数字孪生院区融合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结合 WebGL / Three.js 引擎，实现病区楼宇 1:1 三维高精建模与空间实景映射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病床级微环境透视：实时显示病房温湿度、床旁监护仪与医护人员轨迹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手术室、洁净处置室与智慧物流送药车全空间三维动线导览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72C4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F43"/>
                </a:solidFill>
              </a:defRPr>
            </a:pPr>
            <a:r>
              <a:t>三、跨终端全链路闭环联动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大屏发现预警 ➔ 智能派单推送至医生工作站/护士站 ➔ 处置复核全流程留痕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医院中央监控大屏、科室移动平板与120车载中控三屏实时同源联动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★ 为公立医院国考、三甲复审与医疗质控等级评审自动输出指标报表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03904" y="1097280"/>
            <a:ext cx="4572000" cy="4572000"/>
          </a:xfrm>
          <a:prstGeom prst="ellipse">
            <a:avLst/>
          </a:prstGeom>
          <a:solidFill>
            <a:srgbClr val="172C4C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感谢各位评委专家的聆听与指导！</a:t>
            </a:r>
          </a:p>
          <a:p>
            <a:pPr algn="ctr">
              <a:spcBef>
                <a:spcPts val="1400"/>
              </a:spcBef>
              <a:defRPr sz="1900">
                <a:solidFill>
                  <a:srgbClr val="00F2FE"/>
                </a:solidFill>
              </a:defRPr>
            </a:pPr>
            <a:r>
              <a:t>智医云视 · 数字孪生智慧医疗大数据可视化管理平台</a:t>
            </a:r>
          </a:p>
          <a:p>
            <a:pPr algn="ctr"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Q &amp; A · 敬请各位老师批评指正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